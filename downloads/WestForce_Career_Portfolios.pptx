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389120" cy="4389120"/>
          </a:xfrm>
          <a:prstGeom prst="ellipse">
            <a:avLst/>
          </a:prstGeom>
          <a:solidFill>
            <a:srgbClr val="3459A8">
              <a:alpha val="60000"/>
            </a:srgbClr>
          </a:solidFill>
          <a:ln w="12700">
            <a:solidFill>
              <a:srgbClr val="3459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91840" cy="3291840"/>
          </a:xfrm>
          <a:prstGeom prst="ellipse">
            <a:avLst/>
          </a:prstGeom>
          <a:solidFill>
            <a:srgbClr val="D92D20">
              <a:alpha val="70000"/>
            </a:srgbClr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WESTFORCE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Career Portfolios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digital portfolios for immigration consultants, visa holders and working holiday applicants.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HERE  •  CONNECT HERE  •  GET HIRED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Pathway to Employment in Canada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9D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5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get noticed by Canadian employers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matching with vetted Canadian employers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78024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78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41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One-on-one career coaching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44952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0837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ATS-ready Canadian resume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7530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video resume coaching, preparation and enablement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178808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14223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TestGorilla skills assessments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911096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911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8745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guidance (WHMIS, Red Seal, IELTS, PSW and more)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478024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478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4414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3044952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00837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 and settlement guidance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35753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Post-placement support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4178808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414223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passcode-protected online portfolio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051560"/>
          </a:xfrm>
          <a:prstGeom prst="roundRect">
            <a:avLst>
              <a:gd name="adj" fmla="val 13043"/>
            </a:avLst>
          </a:prstGeom>
          <a:solidFill>
            <a:srgbClr val="1212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Consultants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3931920" cy="1051560"/>
          </a:xfrm>
          <a:prstGeom prst="roundRect">
            <a:avLst>
              <a:gd name="adj" fmla="val 13043"/>
            </a:avLst>
          </a:prstGeom>
          <a:solidFill>
            <a:srgbClr val="345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0" y="13716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Consultants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931920" cy="1051560"/>
          </a:xfrm>
          <a:prstGeom prst="roundRect">
            <a:avLst>
              <a:gd name="adj" fmla="val 13043"/>
            </a:avLst>
          </a:prstGeom>
          <a:solidFill>
            <a:srgbClr val="345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Holders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651760"/>
            <a:ext cx="3931920" cy="1051560"/>
          </a:xfrm>
          <a:prstGeom prst="roundRect">
            <a:avLst>
              <a:gd name="adj" fmla="val 13043"/>
            </a:avLst>
          </a:prstGeom>
          <a:solidFill>
            <a:srgbClr val="1212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65176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Holiday Applicants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Canada-ready candidates. Employer-ready portfolios.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9D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Included in the Portfolio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783080"/>
            <a:ext cx="548640" cy="54864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ATS-ready Canadian resume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76272" y="155448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783080"/>
            <a:ext cx="548640" cy="54864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5146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2-minute professional video resume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03904" y="155448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783080"/>
            <a:ext cx="548640" cy="54864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939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5146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skills assessment report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31536" y="155448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1783080"/>
            <a:ext cx="548640" cy="54864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70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22976" y="25146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and credentials hub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59168" y="155448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783080"/>
            <a:ext cx="548640" cy="54864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346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5146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shareable portfolio link, sent directly to employers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signs up and uploads documents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737360"/>
            <a:ext cx="640080" cy="64008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5603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create a professional digital portfolio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737360"/>
            <a:ext cx="640080" cy="64008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5603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is protected with a private passcode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737360"/>
            <a:ext cx="640080" cy="640080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5603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one secure link directly with employers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5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RCIP &amp; Employment Support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candidates applying through the Rural Community Immigration Pilot (RCIP) in British Columbia and Alberta, our premium service includes: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8046720" cy="2468880"/>
          </a:xfrm>
          <a:prstGeom prst="roundRect">
            <a:avLst>
              <a:gd name="adj" fmla="val 4444"/>
            </a:avLst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14016"/>
            <a:ext cx="237744" cy="237744"/>
          </a:xfrm>
          <a:prstGeom prst="ellipse">
            <a:avLst/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77440"/>
            <a:ext cx="6949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portfolio creation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16936"/>
            <a:ext cx="237744" cy="237744"/>
          </a:xfrm>
          <a:prstGeom prst="ellipse">
            <a:avLst/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80360"/>
            <a:ext cx="6949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preparation and coaching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419856"/>
            <a:ext cx="237744" cy="237744"/>
          </a:xfrm>
          <a:prstGeom prst="ellipse">
            <a:avLst/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83280"/>
            <a:ext cx="6949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applications to suitable RCIP employers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922776"/>
            <a:ext cx="237744" cy="237744"/>
          </a:xfrm>
          <a:prstGeom prst="ellipse">
            <a:avLst/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22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86200"/>
            <a:ext cx="6949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outreach and job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9D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5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Solo, or save with a Group of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83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Portfolio (Individual)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$999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person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2962656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ATS-ready resume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264408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264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27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preparation and enablement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295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TestGorilla skills report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867912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8313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&amp; credentials hub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169664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133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portfolio link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471416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471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WestForce career coach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5544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55448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1883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friends &amp; family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$699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person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937760" y="2962656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Solo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264408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3264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3227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individual portfolios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3566160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3776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303520" y="35295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coaching sessions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3867912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37760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8313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employer matching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37760" y="4169664"/>
            <a:ext cx="237744" cy="237744"/>
          </a:xfrm>
          <a:prstGeom prst="ellipse">
            <a:avLst/>
          </a:prstGeom>
          <a:solidFill>
            <a:srgbClr val="12125A"/>
          </a:solidFill>
          <a:ln w="12700">
            <a:solidFill>
              <a:srgbClr val="1212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0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03520" y="4133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CAD $300 per person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Hired?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today to get started.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647-947-4827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BC &amp; WHATSAPP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672-258-7652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3459A8"/>
          </a:solidFill>
          <a:ln w="12700">
            <a:solidFill>
              <a:srgbClr val="345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778-957-2433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WestForce – Professionally Presented. Employer Ready.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WestForce AI-Enabled Career Portfolios</dc:title>
  <dc:subject>PptxGenJS Presentation</dc:subject>
  <dc:creator>PptxGenJS</dc:creator>
  <cp:lastModifiedBy>PptxGenJS</cp:lastModifiedBy>
  <cp:revision>1</cp:revision>
  <dcterms:created xsi:type="dcterms:W3CDTF">2026-10-07T08:39:32Z</dcterms:created>
  <dcterms:modified xsi:type="dcterms:W3CDTF">2026-10-07T08:39:32Z</dcterms:modified>
</cp:coreProperties>
</file>